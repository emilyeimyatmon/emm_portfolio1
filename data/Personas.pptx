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10689325" cx="75621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7" orient="horz"/>
        <p:guide pos="238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410" y="685800"/>
            <a:ext cx="2425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2216410" y="685800"/>
            <a:ext cx="2425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99828180_1_0:notes"/>
          <p:cNvSpPr/>
          <p:nvPr>
            <p:ph idx="2" type="sldImg"/>
          </p:nvPr>
        </p:nvSpPr>
        <p:spPr>
          <a:xfrm>
            <a:off x="2216410" y="685800"/>
            <a:ext cx="2425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a59982818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0a37cf6bd_2_0:notes"/>
          <p:cNvSpPr/>
          <p:nvPr>
            <p:ph idx="2" type="sldImg"/>
          </p:nvPr>
        </p:nvSpPr>
        <p:spPr>
          <a:xfrm>
            <a:off x="2216410" y="685800"/>
            <a:ext cx="2425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a0a37cf6b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83" y="1547391"/>
            <a:ext cx="7046400" cy="42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76" y="5889935"/>
            <a:ext cx="7046400" cy="16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257776" y="4469940"/>
            <a:ext cx="7046400" cy="17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257776" y="2395097"/>
            <a:ext cx="70464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257776" y="2395097"/>
            <a:ext cx="33078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3996401" y="2395097"/>
            <a:ext cx="33078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257776" y="1154659"/>
            <a:ext cx="23223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257776" y="2887895"/>
            <a:ext cx="2322300" cy="6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05437" y="935511"/>
            <a:ext cx="5266200" cy="85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3781050" y="-260"/>
            <a:ext cx="37809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19569" y="2562809"/>
            <a:ext cx="3345300" cy="30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19569" y="5825407"/>
            <a:ext cx="33453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084973" y="1504787"/>
            <a:ext cx="3173100" cy="76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257776" y="8792066"/>
            <a:ext cx="49611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257776" y="2298771"/>
            <a:ext cx="70464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257776" y="6551017"/>
            <a:ext cx="7046400" cy="27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76" y="2395097"/>
            <a:ext cx="70464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338200" y="1942271"/>
            <a:ext cx="2908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56325" y="5569825"/>
            <a:ext cx="6250200" cy="2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chemeClr val="dk1"/>
                </a:solidFill>
              </a:rPr>
              <a:t>PLEASE DONT MOVE OUR STUFF!!!</a:t>
            </a:r>
            <a:endParaRPr b="1" sz="4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338200" y="1942271"/>
            <a:ext cx="2908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Jamie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4104690" y="2787182"/>
            <a:ext cx="2337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40650" y="4178750"/>
            <a:ext cx="42405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University graduate living in Oshawa, ON looking for employment.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311925" y="5248575"/>
            <a:ext cx="6250200" cy="20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Jamie graduated with a Masters degree in AI from University of Toronto. She moved from downtown Toronto to Oshawa after completion of the degree with her friends. Jamie is managing her living expenses with a part-time. She has a student debt that kicks off in 6 more months and she is actively looking for full-time employment to cover it.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311525" y="7638625"/>
            <a:ext cx="6129900" cy="19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Jamie needs a decent paying job and student debt relief plan. Without financial freedom she is overwhelmed. She feels that AI is taking away the jobs of fresh graduates and junior positions.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712871" y="3599781"/>
            <a:ext cx="2337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Ontario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6" name="Google Shape;66;p14" title="Student_Persona.jpg"/>
          <p:cNvPicPr preferRelativeResize="0"/>
          <p:nvPr/>
        </p:nvPicPr>
        <p:blipFill rotWithShape="1">
          <a:blip r:embed="rId4">
            <a:alphaModFix/>
          </a:blip>
          <a:srcRect b="13179" l="19595" r="19643" t="0"/>
          <a:stretch/>
        </p:blipFill>
        <p:spPr>
          <a:xfrm>
            <a:off x="309125" y="1797175"/>
            <a:ext cx="2569950" cy="256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4338200" y="1942271"/>
            <a:ext cx="2908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Catherine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104690" y="2787182"/>
            <a:ext cx="2337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28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297125" y="4268600"/>
            <a:ext cx="37893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Masters graduate who secured a job in J.P.Morgan in Toronto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536475" y="5196500"/>
            <a:ext cx="5371500" cy="21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Catherine pursued her Masters in Business Analytics &amp; AI in Oshawa and secured a full-time position as a Data Analyst in J.P.Morgan, Toronto. She took advantage of AI and </a:t>
            </a:r>
            <a:r>
              <a:rPr lang="en" sz="1800">
                <a:solidFill>
                  <a:schemeClr val="dk2"/>
                </a:solidFill>
              </a:rPr>
              <a:t>strengthened</a:t>
            </a:r>
            <a:r>
              <a:rPr lang="en" sz="1800">
                <a:solidFill>
                  <a:schemeClr val="dk2"/>
                </a:solidFill>
              </a:rPr>
              <a:t> her profile by learning AI tools and agents, which helped her stand-out.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536575" y="7597800"/>
            <a:ext cx="5371500" cy="20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She is unable to pay all her debt with her present package and so wants to level up and get a promotion as a Sr.Analyst so she can give her parents some rest.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Catherine uses AI tools to improve her skills in her profession.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712871" y="3599781"/>
            <a:ext cx="2337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Ontario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7" name="Google Shape;77;p15" title="ypwoman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50" y="1850024"/>
            <a:ext cx="2564375" cy="25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